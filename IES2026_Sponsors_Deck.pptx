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gif"/><Relationship Id="rId5" Type="http://schemas.openxmlformats.org/officeDocument/2006/relationships/image" Target="../media/image-1-5.jpe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jpe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2124075" y="1935956"/>
            <a:ext cx="140398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330" kern="0" dirty="0">
                <a:solidFill>
                  <a:srgbClr val="D482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IES 2026 · ORLANDO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124075" y="2412206"/>
            <a:ext cx="1403985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41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 &amp; Partners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124075" y="3245644"/>
            <a:ext cx="140398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16A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With gratitude to the organizations supporting the Innovation &amp; Entrepreneurship Summit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526" b="-8526"/>
          <a:stretch/>
        </p:blipFill>
        <p:spPr>
          <a:xfrm>
            <a:off x="3276600" y="4298156"/>
            <a:ext cx="2228850" cy="7905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34704" b="-34704"/>
          <a:stretch/>
        </p:blipFill>
        <p:spPr>
          <a:xfrm>
            <a:off x="6248400" y="4264819"/>
            <a:ext cx="2209800" cy="8572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-4293" r="-4293" t="0" b="0"/>
          <a:stretch/>
        </p:blipFill>
        <p:spPr>
          <a:xfrm>
            <a:off x="9201150" y="4188619"/>
            <a:ext cx="2686050" cy="10096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rcRect l="-778" r="-778" t="0" b="0"/>
          <a:stretch/>
        </p:blipFill>
        <p:spPr>
          <a:xfrm>
            <a:off x="12630150" y="4341019"/>
            <a:ext cx="2381250" cy="7048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7340" b="-17340"/>
          <a:stretch/>
        </p:blipFill>
        <p:spPr>
          <a:xfrm>
            <a:off x="3833812" y="5784056"/>
            <a:ext cx="1885950" cy="571500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1929" b="-11929"/>
          <a:stretch/>
        </p:blipFill>
        <p:spPr>
          <a:xfrm>
            <a:off x="6462713" y="5731669"/>
            <a:ext cx="2276475" cy="676275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rcRect l="-15683" r="-15683" t="0" b="0"/>
          <a:stretch/>
        </p:blipFill>
        <p:spPr>
          <a:xfrm>
            <a:off x="9482138" y="5817394"/>
            <a:ext cx="2057400" cy="504825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148" b="-4148"/>
          <a:stretch/>
        </p:blipFill>
        <p:spPr>
          <a:xfrm>
            <a:off x="12282488" y="5784056"/>
            <a:ext cx="2171700" cy="571500"/>
          </a:xfrm>
          <a:prstGeom prst="rect">
            <a:avLst/>
          </a:prstGeom>
        </p:spPr>
      </p:pic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rcRect l="-9510" r="-9510" t="0" b="0"/>
          <a:stretch/>
        </p:blipFill>
        <p:spPr>
          <a:xfrm>
            <a:off x="3914775" y="7217569"/>
            <a:ext cx="3543300" cy="323850"/>
          </a:xfrm>
          <a:prstGeom prst="rect">
            <a:avLst/>
          </a:prstGeom>
        </p:spPr>
      </p:pic>
      <p:pic>
        <p:nvPicPr>
          <p:cNvPr id="15" name="Image 9" descr="preencoded.png">    </p:cNvPr>
          <p:cNvPicPr>
            <a:picLocks noChangeAspect="1"/>
          </p:cNvPicPr>
          <p:nvPr/>
        </p:nvPicPr>
        <p:blipFill>
          <a:blip r:embed="rId10"/>
          <a:srcRect l="-2997" r="-2997" t="0" b="0"/>
          <a:stretch/>
        </p:blipFill>
        <p:spPr>
          <a:xfrm>
            <a:off x="8201025" y="7117556"/>
            <a:ext cx="1857375" cy="523875"/>
          </a:xfrm>
          <a:prstGeom prst="rect">
            <a:avLst/>
          </a:prstGeom>
        </p:spPr>
      </p:pic>
      <p:pic>
        <p:nvPicPr>
          <p:cNvPr id="16" name="Image 10" descr="preencoded.png">    </p:cNvPr>
          <p:cNvPicPr>
            <a:picLocks noChangeAspect="1"/>
          </p:cNvPicPr>
          <p:nvPr/>
        </p:nvPicPr>
        <p:blipFill>
          <a:blip r:embed="rId11"/>
          <a:srcRect l="-8119" r="-8119" t="0" b="0"/>
          <a:stretch/>
        </p:blipFill>
        <p:spPr>
          <a:xfrm>
            <a:off x="10801350" y="6941344"/>
            <a:ext cx="1028700" cy="876300"/>
          </a:xfrm>
          <a:prstGeom prst="rect">
            <a:avLst/>
          </a:prstGeom>
        </p:spPr>
      </p:pic>
      <p:pic>
        <p:nvPicPr>
          <p:cNvPr id="17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7134" b="-7134"/>
          <a:stretch/>
        </p:blipFill>
        <p:spPr>
          <a:xfrm>
            <a:off x="12573000" y="7069931"/>
            <a:ext cx="1800225" cy="6191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2026-08-04T23:50:58Z</dcterms:created>
  <dcterms:modified xsi:type="dcterms:W3CDTF">2026-08-04T23:50:58Z</dcterms:modified>
</cp:coreProperties>
</file>